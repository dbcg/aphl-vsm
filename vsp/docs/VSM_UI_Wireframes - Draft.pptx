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72" r:id="rId4"/>
    <p:sldId id="278" r:id="rId5"/>
    <p:sldId id="279" r:id="rId6"/>
    <p:sldId id="280" r:id="rId7"/>
    <p:sldId id="281" r:id="rId8"/>
    <p:sldId id="276" r:id="rId9"/>
    <p:sldId id="282" r:id="rId10"/>
    <p:sldId id="283" r:id="rId11"/>
    <p:sldId id="28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Value Set Manager UI Wireframes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Authoring &amp; Implementer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EBAB0-A269-2C0C-A240-37A1FD9EB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FE304-7C60-6BC3-9DD7-7E7217472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79206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Create a Value Set Refresh Package</a:t>
            </a:r>
            <a:endParaRPr sz="3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41F8EF-8DB4-FC32-21C6-337112315785}"/>
              </a:ext>
            </a:extLst>
          </p:cNvPr>
          <p:cNvSpPr/>
          <p:nvPr/>
        </p:nvSpPr>
        <p:spPr>
          <a:xfrm>
            <a:off x="2525048" y="3366033"/>
            <a:ext cx="4015245" cy="80530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Create a New Value Set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34763D2-C0FD-623F-96A8-791182EAC703}"/>
              </a:ext>
            </a:extLst>
          </p:cNvPr>
          <p:cNvSpPr/>
          <p:nvPr/>
        </p:nvSpPr>
        <p:spPr>
          <a:xfrm>
            <a:off x="3387213" y="5400367"/>
            <a:ext cx="2330245" cy="58700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 Create New VS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480E77C-B9E4-5902-49B4-75F354756EEF}"/>
              </a:ext>
            </a:extLst>
          </p:cNvPr>
          <p:cNvSpPr txBox="1">
            <a:spLocks/>
          </p:cNvSpPr>
          <p:nvPr/>
        </p:nvSpPr>
        <p:spPr>
          <a:xfrm>
            <a:off x="457200" y="21048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Entry point for authors to start package creation.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DA8C89A-D76C-3FCC-982D-05D3C42A85ED}"/>
              </a:ext>
            </a:extLst>
          </p:cNvPr>
          <p:cNvCxnSpPr/>
          <p:nvPr/>
        </p:nvCxnSpPr>
        <p:spPr>
          <a:xfrm>
            <a:off x="4552336" y="4171335"/>
            <a:ext cx="0" cy="1229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BD59C1D-580A-AAEE-AE98-52ADAEA98220}"/>
              </a:ext>
            </a:extLst>
          </p:cNvPr>
          <p:cNvSpPr txBox="1"/>
          <p:nvPr/>
        </p:nvSpPr>
        <p:spPr>
          <a:xfrm>
            <a:off x="3687098" y="4976637"/>
            <a:ext cx="904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Button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2DDB6E1-B1C1-DF96-BEB2-90830AAD67D4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Authoring Workflow (Creators)</a:t>
            </a:r>
          </a:p>
        </p:txBody>
      </p:sp>
    </p:spTree>
    <p:extLst>
      <p:ext uri="{BB962C8B-B14F-4D97-AF65-F5344CB8AC3E}">
        <p14:creationId xmlns:p14="http://schemas.microsoft.com/office/powerpoint/2010/main" val="1012902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E058D-BCE6-8C6E-58A9-32CDF392D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30145-3FEA-484F-5151-D5C0BA0C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Identify Implementation Guide &amp; Version</a:t>
            </a:r>
            <a:endParaRPr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D5059C-8F3C-1DE9-7378-BEF0CE9A76A6}"/>
              </a:ext>
            </a:extLst>
          </p:cNvPr>
          <p:cNvSpPr/>
          <p:nvPr/>
        </p:nvSpPr>
        <p:spPr>
          <a:xfrm>
            <a:off x="2826775" y="2551221"/>
            <a:ext cx="3333136" cy="9059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Package Meta Data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52901C-859E-B2C2-817A-E33FCEA67415}"/>
              </a:ext>
            </a:extLst>
          </p:cNvPr>
          <p:cNvSpPr txBox="1">
            <a:spLocks/>
          </p:cNvSpPr>
          <p:nvPr/>
        </p:nvSpPr>
        <p:spPr>
          <a:xfrm>
            <a:off x="457200" y="124379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Tie package to a specific IG + version</a:t>
            </a:r>
            <a:endParaRPr lang="en-US" sz="2400" dirty="0">
              <a:latin typeface="+mn-l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Suggested Change: </a:t>
            </a:r>
            <a:r>
              <a:rPr lang="en-US" sz="2400" dirty="0"/>
              <a:t>Add </a:t>
            </a:r>
            <a:r>
              <a:rPr lang="en-US" sz="2400" b="1" dirty="0"/>
              <a:t>Implementation Guide</a:t>
            </a:r>
            <a:r>
              <a:rPr lang="en-US" sz="2400" dirty="0"/>
              <a:t> and </a:t>
            </a:r>
            <a:r>
              <a:rPr lang="en-US" sz="2400" b="1" dirty="0"/>
              <a:t>Version</a:t>
            </a:r>
            <a:r>
              <a:rPr lang="en-US" sz="2400" dirty="0"/>
              <a:t> fields to the metadata form</a:t>
            </a:r>
            <a:r>
              <a:rPr lang="en-US" sz="2400" dirty="0">
                <a:latin typeface="+mn-lt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dirty="0">
              <a:latin typeface="+mn-lt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CA5F046-B717-2793-67D6-DBD163D5FA71}"/>
              </a:ext>
            </a:extLst>
          </p:cNvPr>
          <p:cNvSpPr/>
          <p:nvPr/>
        </p:nvSpPr>
        <p:spPr>
          <a:xfrm>
            <a:off x="555522" y="4306779"/>
            <a:ext cx="2246672" cy="58700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Title*___________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F7B2AFC-86E4-1466-DCBE-534C193C2D50}"/>
              </a:ext>
            </a:extLst>
          </p:cNvPr>
          <p:cNvSpPr/>
          <p:nvPr/>
        </p:nvSpPr>
        <p:spPr>
          <a:xfrm>
            <a:off x="3038167" y="4304378"/>
            <a:ext cx="2635045" cy="58700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Author*_____________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893C506-FEF6-4855-D0F9-1161CF4D6B70}"/>
              </a:ext>
            </a:extLst>
          </p:cNvPr>
          <p:cNvSpPr/>
          <p:nvPr/>
        </p:nvSpPr>
        <p:spPr>
          <a:xfrm>
            <a:off x="5928851" y="4306779"/>
            <a:ext cx="2536723" cy="58700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Steward*____________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E81256A-D0DF-27EC-B778-A96BD464A100}"/>
              </a:ext>
            </a:extLst>
          </p:cNvPr>
          <p:cNvSpPr/>
          <p:nvPr/>
        </p:nvSpPr>
        <p:spPr>
          <a:xfrm>
            <a:off x="555523" y="5475989"/>
            <a:ext cx="3544529" cy="58151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[Implementation Guide dropdown]</a:t>
            </a:r>
          </a:p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D584208-027F-44FE-8EA0-2ED1D81DD781}"/>
              </a:ext>
            </a:extLst>
          </p:cNvPr>
          <p:cNvSpPr/>
          <p:nvPr/>
        </p:nvSpPr>
        <p:spPr>
          <a:xfrm>
            <a:off x="4375353" y="5475988"/>
            <a:ext cx="4015244" cy="58151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[Version dropdown/text]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467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C8CB7-7696-5033-44FA-AC5D60315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CA991-6642-5CC1-7CB2-5D1CED10D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Set Code System Versions</a:t>
            </a:r>
            <a:endParaRPr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1CBE49-B492-DFD3-C0BE-AF1EDBB5CD5B}"/>
              </a:ext>
            </a:extLst>
          </p:cNvPr>
          <p:cNvSpPr/>
          <p:nvPr/>
        </p:nvSpPr>
        <p:spPr>
          <a:xfrm>
            <a:off x="3066435" y="1867669"/>
            <a:ext cx="3011129" cy="9059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a Code System URL</a:t>
            </a:r>
            <a:br>
              <a:rPr lang="en-US" dirty="0"/>
            </a:br>
            <a:r>
              <a:rPr lang="en-US" dirty="0"/>
              <a:t>[Dropdown: </a:t>
            </a:r>
            <a:r>
              <a:rPr lang="en-US" dirty="0" err="1"/>
              <a:t>ActCode</a:t>
            </a:r>
            <a:r>
              <a:rPr lang="en-US" dirty="0"/>
              <a:t> ▼]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2487A0C-1438-D6B7-C3C4-029574E6773D}"/>
              </a:ext>
            </a:extLst>
          </p:cNvPr>
          <p:cNvSpPr txBox="1">
            <a:spLocks/>
          </p:cNvSpPr>
          <p:nvPr/>
        </p:nvSpPr>
        <p:spPr>
          <a:xfrm>
            <a:off x="457200" y="97245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Define provisional codes tied to a published </a:t>
            </a:r>
            <a:r>
              <a:rPr lang="en-US" sz="2400" dirty="0" err="1"/>
              <a:t>CodeSystem</a:t>
            </a:r>
            <a:r>
              <a:rPr lang="en-US" sz="2400" dirty="0"/>
              <a:t>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9EB139-77FD-2901-1B91-115D5CF4C882}"/>
              </a:ext>
            </a:extLst>
          </p:cNvPr>
          <p:cNvSpPr/>
          <p:nvPr/>
        </p:nvSpPr>
        <p:spPr>
          <a:xfrm>
            <a:off x="1134392" y="3127721"/>
            <a:ext cx="6875209" cy="90597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New Codes to </a:t>
            </a:r>
            <a:r>
              <a:rPr lang="en-US" dirty="0" err="1"/>
              <a:t>ActCode</a:t>
            </a:r>
            <a:r>
              <a:rPr lang="en-US" dirty="0"/>
              <a:t>: Code* | Display* | Definition*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B43601F-5BD8-BBCE-F0D9-487E39038B24}"/>
              </a:ext>
            </a:extLst>
          </p:cNvPr>
          <p:cNvSpPr/>
          <p:nvPr/>
        </p:nvSpPr>
        <p:spPr>
          <a:xfrm>
            <a:off x="2168011" y="5418343"/>
            <a:ext cx="4807978" cy="79564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PROVISIONAL VALUE SET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8029E2-9CE3-4DC2-6D1D-7FBFE679BBC8}"/>
              </a:ext>
            </a:extLst>
          </p:cNvPr>
          <p:cNvSpPr/>
          <p:nvPr/>
        </p:nvSpPr>
        <p:spPr>
          <a:xfrm>
            <a:off x="3254475" y="4432518"/>
            <a:ext cx="2635045" cy="58700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+Add Code to ACTCODE</a:t>
            </a:r>
          </a:p>
        </p:txBody>
      </p:sp>
    </p:spTree>
    <p:extLst>
      <p:ext uri="{BB962C8B-B14F-4D97-AF65-F5344CB8AC3E}">
        <p14:creationId xmlns:p14="http://schemas.microsoft.com/office/powerpoint/2010/main" val="18934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3B9E3-845E-521D-0B59-3899FC732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C77D1-1AED-B57B-025B-09F307562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274638"/>
            <a:ext cx="8362335" cy="1143000"/>
          </a:xfrm>
        </p:spPr>
        <p:txBody>
          <a:bodyPr>
            <a:noAutofit/>
          </a:bodyPr>
          <a:lstStyle/>
          <a:p>
            <a:r>
              <a:rPr lang="en-US" sz="3200" dirty="0"/>
              <a:t>Review Value Set Definition &amp; Expansion Content</a:t>
            </a:r>
            <a:endParaRPr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742BEA-3AF4-F42A-C2DD-83F0824796E2}"/>
              </a:ext>
            </a:extLst>
          </p:cNvPr>
          <p:cNvSpPr/>
          <p:nvPr/>
        </p:nvSpPr>
        <p:spPr>
          <a:xfrm>
            <a:off x="3066435" y="2773647"/>
            <a:ext cx="3011129" cy="9059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Value Set Metadata</a:t>
            </a:r>
            <a:br>
              <a:rPr lang="en-US" dirty="0"/>
            </a:br>
            <a:r>
              <a:rPr lang="en-US" dirty="0"/>
              <a:t>Title | Author | Steward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C5AC386-32FE-20BD-BF8D-13DE429C4D65}"/>
              </a:ext>
            </a:extLst>
          </p:cNvPr>
          <p:cNvSpPr txBox="1">
            <a:spLocks/>
          </p:cNvSpPr>
          <p:nvPr/>
        </p:nvSpPr>
        <p:spPr>
          <a:xfrm>
            <a:off x="457200" y="97245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Validate definitions and expansions.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520F9D-86DB-E3C8-8B4E-839E40E80787}"/>
              </a:ext>
            </a:extLst>
          </p:cNvPr>
          <p:cNvSpPr/>
          <p:nvPr/>
        </p:nvSpPr>
        <p:spPr>
          <a:xfrm>
            <a:off x="2351752" y="4047548"/>
            <a:ext cx="4307759" cy="9059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Staged Code List</a:t>
            </a:r>
            <a:br>
              <a:rPr lang="en-US" dirty="0"/>
            </a:br>
            <a:r>
              <a:rPr lang="en-US" dirty="0"/>
              <a:t>System | Code | Display | Definition</a:t>
            </a:r>
          </a:p>
        </p:txBody>
      </p:sp>
    </p:spTree>
    <p:extLst>
      <p:ext uri="{BB962C8B-B14F-4D97-AF65-F5344CB8AC3E}">
        <p14:creationId xmlns:p14="http://schemas.microsoft.com/office/powerpoint/2010/main" val="2580360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4BC8B-E6CD-B1C3-7D8A-1FE4819BC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45C3B-2CB3-E95B-2E63-52B33B6A5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Review Differences Between Packages</a:t>
            </a:r>
            <a:endParaRPr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B6C9F4-949B-D5C7-66AF-720F9110FD8C}"/>
              </a:ext>
            </a:extLst>
          </p:cNvPr>
          <p:cNvSpPr/>
          <p:nvPr/>
        </p:nvSpPr>
        <p:spPr>
          <a:xfrm>
            <a:off x="3066435" y="1867669"/>
            <a:ext cx="3011129" cy="9059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a Code System URL</a:t>
            </a:r>
            <a:br>
              <a:rPr lang="en-US" dirty="0"/>
            </a:br>
            <a:r>
              <a:rPr lang="en-US" dirty="0"/>
              <a:t>[Dropdown: </a:t>
            </a:r>
            <a:r>
              <a:rPr lang="en-US" dirty="0" err="1"/>
              <a:t>ActCode</a:t>
            </a:r>
            <a:r>
              <a:rPr lang="en-US" dirty="0"/>
              <a:t> ▼]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E8F2B21-6E3F-6F44-902D-D89CDDC15EE6}"/>
              </a:ext>
            </a:extLst>
          </p:cNvPr>
          <p:cNvSpPr txBox="1">
            <a:spLocks/>
          </p:cNvSpPr>
          <p:nvPr/>
        </p:nvSpPr>
        <p:spPr>
          <a:xfrm>
            <a:off x="457200" y="97245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Compare package versions.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FD4B105-BF0E-BBD0-BA25-06D88864D0E9}"/>
              </a:ext>
            </a:extLst>
          </p:cNvPr>
          <p:cNvSpPr/>
          <p:nvPr/>
        </p:nvSpPr>
        <p:spPr>
          <a:xfrm>
            <a:off x="1134392" y="3127721"/>
            <a:ext cx="6875209" cy="90597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New Codes to </a:t>
            </a:r>
            <a:r>
              <a:rPr lang="en-US" dirty="0" err="1"/>
              <a:t>ActCode</a:t>
            </a:r>
            <a:r>
              <a:rPr lang="en-US" dirty="0"/>
              <a:t>: Code* | Display* | Definition*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60DE068-309D-30E8-994F-60C5C303A356}"/>
              </a:ext>
            </a:extLst>
          </p:cNvPr>
          <p:cNvSpPr/>
          <p:nvPr/>
        </p:nvSpPr>
        <p:spPr>
          <a:xfrm>
            <a:off x="2168011" y="5418343"/>
            <a:ext cx="4807978" cy="79564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PROVISIONAL VALUE SET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1BB7EDD-A72E-EADE-C1FE-A09C04D3241D}"/>
              </a:ext>
            </a:extLst>
          </p:cNvPr>
          <p:cNvSpPr/>
          <p:nvPr/>
        </p:nvSpPr>
        <p:spPr>
          <a:xfrm>
            <a:off x="3254475" y="4432518"/>
            <a:ext cx="2635045" cy="58700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+Add Code to ACTCODE</a:t>
            </a:r>
          </a:p>
        </p:txBody>
      </p:sp>
    </p:spTree>
    <p:extLst>
      <p:ext uri="{BB962C8B-B14F-4D97-AF65-F5344CB8AC3E}">
        <p14:creationId xmlns:p14="http://schemas.microsoft.com/office/powerpoint/2010/main" val="4037923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98B36-AED4-109E-45DD-32D0FD4E4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65388-B9DC-F2E7-19F2-0FA3558E7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5" y="116534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dirty="0"/>
              <a:t>Release the Value Set Refresh package definition</a:t>
            </a:r>
            <a:endParaRPr sz="32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72621AF-BE88-B6E3-9DD2-C21256D4C5DE}"/>
              </a:ext>
            </a:extLst>
          </p:cNvPr>
          <p:cNvSpPr/>
          <p:nvPr/>
        </p:nvSpPr>
        <p:spPr>
          <a:xfrm>
            <a:off x="1873654" y="1403783"/>
            <a:ext cx="5396685" cy="90597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a program -&gt; Approve the program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77CBF0-ECD4-321B-BAE2-97579BA0B377}"/>
              </a:ext>
            </a:extLst>
          </p:cNvPr>
          <p:cNvSpPr/>
          <p:nvPr/>
        </p:nvSpPr>
        <p:spPr>
          <a:xfrm>
            <a:off x="3398117" y="4537410"/>
            <a:ext cx="2347757" cy="183361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Version____</a:t>
            </a:r>
          </a:p>
          <a:p>
            <a:pPr algn="ctr"/>
            <a:r>
              <a:rPr lang="en-US" dirty="0"/>
              <a:t>Description_______</a:t>
            </a:r>
          </a:p>
          <a:p>
            <a:pPr algn="ctr"/>
            <a:r>
              <a:rPr lang="en-US" dirty="0"/>
              <a:t>Label____________</a:t>
            </a:r>
          </a:p>
          <a:p>
            <a:pPr algn="ctr"/>
            <a:r>
              <a:rPr lang="en-US" dirty="0"/>
              <a:t>Start Date________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95141AA-201C-2B41-F670-ECA1352BE0B1}"/>
              </a:ext>
            </a:extLst>
          </p:cNvPr>
          <p:cNvSpPr/>
          <p:nvPr/>
        </p:nvSpPr>
        <p:spPr>
          <a:xfrm>
            <a:off x="1873654" y="2679114"/>
            <a:ext cx="5396684" cy="90597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Expand the program -&gt; Release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78BDB2A3-9BC3-FBAD-287F-F56680FE6FC5}"/>
              </a:ext>
            </a:extLst>
          </p:cNvPr>
          <p:cNvSpPr/>
          <p:nvPr/>
        </p:nvSpPr>
        <p:spPr>
          <a:xfrm>
            <a:off x="4395019" y="3585092"/>
            <a:ext cx="353961" cy="90597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2423080-7EF0-53E8-D647-1F254E91184D}"/>
              </a:ext>
            </a:extLst>
          </p:cNvPr>
          <p:cNvSpPr/>
          <p:nvPr/>
        </p:nvSpPr>
        <p:spPr>
          <a:xfrm>
            <a:off x="5745874" y="5299587"/>
            <a:ext cx="743416" cy="40312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77C9BD-5CAB-3956-BAE1-B620474B93B0}"/>
              </a:ext>
            </a:extLst>
          </p:cNvPr>
          <p:cNvSpPr/>
          <p:nvPr/>
        </p:nvSpPr>
        <p:spPr>
          <a:xfrm>
            <a:off x="6489290" y="4508734"/>
            <a:ext cx="2347757" cy="183361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597097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24854-341D-128D-4748-29563E725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9032E-0307-4882-5F6A-18252DBA9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55" y="158122"/>
            <a:ext cx="8529484" cy="1143000"/>
          </a:xfrm>
        </p:spPr>
        <p:txBody>
          <a:bodyPr>
            <a:noAutofit/>
          </a:bodyPr>
          <a:lstStyle/>
          <a:p>
            <a:r>
              <a:rPr lang="en-US" sz="3600" dirty="0"/>
              <a:t>Export the Value Set Refresh package bundle</a:t>
            </a:r>
            <a:endParaRPr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9AB4EB-FA8D-673E-47EB-8D58DF2FAF02}"/>
              </a:ext>
            </a:extLst>
          </p:cNvPr>
          <p:cNvSpPr txBox="1">
            <a:spLocks/>
          </p:cNvSpPr>
          <p:nvPr/>
        </p:nvSpPr>
        <p:spPr>
          <a:xfrm>
            <a:off x="457200" y="97245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Select a program from the list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3D24B96-8BCC-4824-2133-9E2E316628C2}"/>
              </a:ext>
            </a:extLst>
          </p:cNvPr>
          <p:cNvSpPr/>
          <p:nvPr/>
        </p:nvSpPr>
        <p:spPr>
          <a:xfrm>
            <a:off x="3650530" y="2541461"/>
            <a:ext cx="1855535" cy="105714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Export</a:t>
            </a:r>
          </a:p>
        </p:txBody>
      </p:sp>
    </p:spTree>
    <p:extLst>
      <p:ext uri="{BB962C8B-B14F-4D97-AF65-F5344CB8AC3E}">
        <p14:creationId xmlns:p14="http://schemas.microsoft.com/office/powerpoint/2010/main" val="3070624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7C0B8-6C2A-0BB4-4EDE-F89E4C96E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EF476A0-8D60-B3ED-EB74-4BB56376C0E6}"/>
              </a:ext>
            </a:extLst>
          </p:cNvPr>
          <p:cNvSpPr/>
          <p:nvPr/>
        </p:nvSpPr>
        <p:spPr>
          <a:xfrm>
            <a:off x="2525047" y="2726935"/>
            <a:ext cx="4015245" cy="192372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List of available program lists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8EA43C0-6DAB-CD97-91B8-FA200E770348}"/>
              </a:ext>
            </a:extLst>
          </p:cNvPr>
          <p:cNvSpPr txBox="1">
            <a:spLocks/>
          </p:cNvSpPr>
          <p:nvPr/>
        </p:nvSpPr>
        <p:spPr>
          <a:xfrm>
            <a:off x="417870" y="124883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Home -&gt; Program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7F683C6-8CDC-F0FF-036B-7B5F403CD413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Implementor Workflow (Creators)</a:t>
            </a:r>
          </a:p>
        </p:txBody>
      </p:sp>
    </p:spTree>
    <p:extLst>
      <p:ext uri="{BB962C8B-B14F-4D97-AF65-F5344CB8AC3E}">
        <p14:creationId xmlns:p14="http://schemas.microsoft.com/office/powerpoint/2010/main" val="3610414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0E081-501A-D64D-B2BC-7979B02A7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9F18229-69E1-E41E-75D2-F2475289D9B7}"/>
              </a:ext>
            </a:extLst>
          </p:cNvPr>
          <p:cNvSpPr/>
          <p:nvPr/>
        </p:nvSpPr>
        <p:spPr>
          <a:xfrm>
            <a:off x="3307632" y="2390181"/>
            <a:ext cx="2450076" cy="105848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View Package Details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08F9349-13C0-2644-AA4A-203328C01327}"/>
              </a:ext>
            </a:extLst>
          </p:cNvPr>
          <p:cNvSpPr txBox="1">
            <a:spLocks/>
          </p:cNvSpPr>
          <p:nvPr/>
        </p:nvSpPr>
        <p:spPr>
          <a:xfrm>
            <a:off x="417870" y="124883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Select a program from the available list.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8462B0B-B620-17F9-0EF2-26A7D9E24F05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Review the value set definitions and expansions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BF039B-55F2-F3FE-4567-B46AF9C2F11D}"/>
              </a:ext>
            </a:extLst>
          </p:cNvPr>
          <p:cNvSpPr/>
          <p:nvPr/>
        </p:nvSpPr>
        <p:spPr>
          <a:xfrm>
            <a:off x="1009956" y="4393412"/>
            <a:ext cx="2450076" cy="105848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IG Details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1D9CE9-AC48-A7BE-42C1-FD32E1983882}"/>
              </a:ext>
            </a:extLst>
          </p:cNvPr>
          <p:cNvSpPr/>
          <p:nvPr/>
        </p:nvSpPr>
        <p:spPr>
          <a:xfrm>
            <a:off x="5537710" y="4393412"/>
            <a:ext cx="2450076" cy="105848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View Value Sets</a:t>
            </a:r>
          </a:p>
        </p:txBody>
      </p:sp>
    </p:spTree>
    <p:extLst>
      <p:ext uri="{BB962C8B-B14F-4D97-AF65-F5344CB8AC3E}">
        <p14:creationId xmlns:p14="http://schemas.microsoft.com/office/powerpoint/2010/main" val="2494731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763BD-8F16-DB3E-4B45-D87892556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D93C0EB-65BF-8685-F9A0-25522D7197D1}"/>
              </a:ext>
            </a:extLst>
          </p:cNvPr>
          <p:cNvSpPr txBox="1">
            <a:spLocks/>
          </p:cNvSpPr>
          <p:nvPr/>
        </p:nvSpPr>
        <p:spPr>
          <a:xfrm>
            <a:off x="417870" y="124883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Select a program from the available list.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FE6B3BC-29FD-BF64-4FF8-32892FB88C61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Download the value set expansions</a:t>
            </a:r>
            <a:endParaRPr lang="en-US" sz="2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CFFFE2-D7C3-4E95-506C-52AE838254FA}"/>
              </a:ext>
            </a:extLst>
          </p:cNvPr>
          <p:cNvSpPr/>
          <p:nvPr/>
        </p:nvSpPr>
        <p:spPr>
          <a:xfrm>
            <a:off x="3010052" y="2802104"/>
            <a:ext cx="3123896" cy="174540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Export</a:t>
            </a:r>
          </a:p>
        </p:txBody>
      </p:sp>
    </p:spTree>
    <p:extLst>
      <p:ext uri="{BB962C8B-B14F-4D97-AF65-F5344CB8AC3E}">
        <p14:creationId xmlns:p14="http://schemas.microsoft.com/office/powerpoint/2010/main" val="3359073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10487</TotalTime>
  <Words>303</Words>
  <Application>Microsoft Office PowerPoint</Application>
  <PresentationFormat>On-screen Show (4:3)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Value Set Manager UI Wireframes</vt:lpstr>
      <vt:lpstr>Create a Value Set Refresh Package</vt:lpstr>
      <vt:lpstr>Identify Implementation Guide &amp; Version</vt:lpstr>
      <vt:lpstr>Set Code System Versions</vt:lpstr>
      <vt:lpstr>Review Value Set Definition &amp; Expansion Content</vt:lpstr>
      <vt:lpstr>Review Differences Between Packages</vt:lpstr>
      <vt:lpstr>Release the Value Set Refresh package definition</vt:lpstr>
      <vt:lpstr>Export the Value Set Refresh package bundle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Saleem</cp:lastModifiedBy>
  <cp:revision>15</cp:revision>
  <dcterms:created xsi:type="dcterms:W3CDTF">2013-01-27T09:14:16Z</dcterms:created>
  <dcterms:modified xsi:type="dcterms:W3CDTF">2025-11-12T21:24:00Z</dcterms:modified>
  <cp:category/>
</cp:coreProperties>
</file>